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artian Mono Medium" panose="020B0604020202020204" charset="0"/>
      <p:regular r:id="rId18"/>
    </p:embeddedFont>
    <p:embeddedFont>
      <p:font typeface="Noto Sans" panose="020B0502040504020204" pitchFamily="34" charset="0"/>
      <p:regular r:id="rId19"/>
    </p:embeddedFont>
    <p:embeddedFont>
      <p:font typeface="Noto Sans Bold" panose="020B0802040504020204" charset="0"/>
      <p:regular r:id="rId20"/>
    </p:embeddedFont>
    <p:embeddedFont>
      <p:font typeface="Noto Sans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8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6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 и представление проекта разработки интернет-магазина loamanho-store. Автор работы — Цечоев Ислам, руководитель — Цуроев Илез.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ключевые цели проекта: создание работающего онлайн-магазина, закрепление навыков веб-разработки на базовом стеке, проектирование чистого UI и обеспечение кроссплатформенной адаптивности.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Сайт loamanho-store спроектирован как удобная витрина товаров. Основной акцент сделан на простоту процесса покупки, наглядность каталога и адаптивную вёрстку под любые типы экранов.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Реализация проекта была разделена на пять практических этапов: от структуры документа и базовой вёрстки до сборки витрины, мобильного адаптива и кроссбраузерного тестирования.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Архитектурная схема веб-страницы: от шапки и промо-баннера до каталога карточек, блока о бренде и информационного футера. В коде это поддержано стандартной триадой index.html, style.css и script.js.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проекта опирается на канонический веб-фундамент: HTML5 для семантики, CSS3 для гибкой адаптивной вёрстки, JavaScript для интерактивности витрины и корзины, а также оптимизированные медиаресурсы.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Подведение итогов: сайт находится в активной разработке. Заложен надёжный фундамент — вёрстка, архитектура и стили. Проект позволил освоить стек технологий и готов к финальному этапу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A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67" y="1016000"/>
            <a:ext cx="6349841" cy="482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5156" y="1397000"/>
            <a:ext cx="3322654" cy="3261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E23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7552" y="1447800"/>
            <a:ext cx="362744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ПРОЕКТНАЯ РАБОТА · 2026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5156" y="1808857"/>
            <a:ext cx="4463938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80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Разработка</a:t>
            </a:r>
            <a:endParaRPr lang="en-US" sz="40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80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веб-сайта</a:t>
            </a:r>
            <a:endParaRPr lang="en-US" sz="40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80" dirty="0">
                <a:solidFill>
                  <a:srgbClr val="F25A3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loamanho-store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65156" y="3617218"/>
            <a:ext cx="44639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АВТОР РАБОТЫ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5156" y="3942259"/>
            <a:ext cx="44639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Цечоев Ислам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5156" y="4346079"/>
            <a:ext cx="44639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РУКОВОДИТЕЛЬ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5156" y="4671120"/>
            <a:ext cx="44639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Цуроев Илез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5156" y="5074940"/>
            <a:ext cx="4463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Учебный проект разработки интернет-магазина · 2026 г.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0" spc="-42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Цели проекта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38179" y="1445220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Функциональный сайт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8179" y="1936055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Разработать интернет-магазин loamanho-store с удобной навигацией.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76838" y="1445220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Освоение стека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76838" y="1936055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Применить на практике базовые веб-технологии HTML, CSS и JavaScript.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179" y="4113510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Пользовательский интерфейс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179" y="4604345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Создать интуитивно понятный и привлекательный UI.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6838" y="4113510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Адаптивность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76838" y="4604345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Обеспечить корректное отображение на всех типах устройств.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781230" cy="295970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60400"/>
            <a:ext cx="2086022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71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ОБЗОР РЕШЕНИЯ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69764"/>
            <a:ext cx="5689458" cy="33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400" b="1" kern="0" spc="-36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Описание сайта loamanho-store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1470223"/>
            <a:ext cx="5689458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5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Современная витрина товаров и интернет-магазин, созданный с фокусом на простоту покупок и мобильную адаптивность.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25812"/>
            <a:ext cx="373748" cy="3737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8371" y="2603798"/>
            <a:ext cx="513067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Каталог товаров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68371" y="2957909"/>
            <a:ext cx="5130672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Удобная сетка товарных позиций с фотографиями, актуальными ценами и описанием.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622080"/>
            <a:ext cx="373748" cy="3737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8371" y="3700066"/>
            <a:ext cx="513067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Корзина и заказ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168371" y="4054177"/>
            <a:ext cx="5130672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Быстрый выбор и добавление понравившихся наименований для последующего оформления.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718348"/>
            <a:ext cx="373748" cy="3737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68371" y="4796334"/>
            <a:ext cx="513067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Контакты и галерея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168371" y="5150445"/>
            <a:ext cx="5130672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Информационные блоки для прямой связи и детального ознакомления с ассортиментом.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5814616"/>
            <a:ext cx="373748" cy="37375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68371" y="5892602"/>
            <a:ext cx="513067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Кроссплатформенность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1168371" y="6246713"/>
            <a:ext cx="5130672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Адаптивный интерфейс под смартфоны, планшетные компьютеры и полноразмерный десктоп.</a:t>
            </a:r>
            <a:endParaRPr lang="en-US" sz="14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416" y="923230"/>
            <a:ext cx="4724282" cy="4724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13420" y="5749230"/>
            <a:ext cx="497827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Концептуальная модель интерфейса онлайн-витрины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09585" y="3566716"/>
            <a:ext cx="5689458" cy="12700"/>
          </a:xfrm>
          <a:prstGeom prst="rect">
            <a:avLst/>
          </a:prstGeom>
          <a:solidFill>
            <a:srgbClr val="DDE3E9"/>
          </a:solidFill>
          <a:ln/>
        </p:spPr>
      </p:sp>
      <p:sp>
        <p:nvSpPr>
          <p:cNvPr id="21" name="Shape 14"/>
          <p:cNvSpPr/>
          <p:nvPr/>
        </p:nvSpPr>
        <p:spPr>
          <a:xfrm>
            <a:off x="609585" y="4662984"/>
            <a:ext cx="5689458" cy="12700"/>
          </a:xfrm>
          <a:prstGeom prst="rect">
            <a:avLst/>
          </a:prstGeom>
          <a:solidFill>
            <a:srgbClr val="DDE3E9"/>
          </a:solidFill>
          <a:ln/>
        </p:spPr>
      </p:sp>
      <p:sp>
        <p:nvSpPr>
          <p:cNvPr id="22" name="Shape 15"/>
          <p:cNvSpPr/>
          <p:nvPr/>
        </p:nvSpPr>
        <p:spPr>
          <a:xfrm>
            <a:off x="609585" y="5759252"/>
            <a:ext cx="5689458" cy="12700"/>
          </a:xfrm>
          <a:prstGeom prst="rect">
            <a:avLst/>
          </a:prstGeom>
          <a:solidFill>
            <a:srgbClr val="DDE3E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404209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60400"/>
            <a:ext cx="270900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ЭТАПЫ РАЗРАБОТКИ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021457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0" spc="-42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Задачи проекта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1182" y="1833066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135287"/>
            <a:ext cx="3505112" cy="19050"/>
          </a:xfrm>
          <a:prstGeom prst="rect">
            <a:avLst/>
          </a:prstGeom>
          <a:solidFill>
            <a:srgbClr val="F25A3C"/>
          </a:solidFill>
          <a:ln/>
        </p:spPr>
      </p:sp>
      <p:sp>
        <p:nvSpPr>
          <p:cNvPr id="7" name="Text 5"/>
          <p:cNvSpPr/>
          <p:nvPr/>
        </p:nvSpPr>
        <p:spPr>
          <a:xfrm>
            <a:off x="711182" y="2240062"/>
            <a:ext cx="33019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Проектирование структуры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1182" y="2669877"/>
            <a:ext cx="330191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Изучение и составление семантического каркаса HTML-документа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1087" y="1833066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19489" y="2135287"/>
            <a:ext cx="3403416" cy="19050"/>
          </a:xfrm>
          <a:prstGeom prst="rect">
            <a:avLst/>
          </a:prstGeom>
          <a:solidFill>
            <a:srgbClr val="F25A3C"/>
          </a:solidFill>
          <a:ln/>
        </p:spPr>
      </p:sp>
      <p:sp>
        <p:nvSpPr>
          <p:cNvPr id="11" name="Text 9"/>
          <p:cNvSpPr/>
          <p:nvPr/>
        </p:nvSpPr>
        <p:spPr>
          <a:xfrm>
            <a:off x="4521087" y="2240062"/>
            <a:ext cx="320032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Базовая вёрстка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1087" y="2669877"/>
            <a:ext cx="320032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Создание шапки, навигационного меню и подвала сайта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394" y="1833066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27797" y="2135287"/>
            <a:ext cx="3454314" cy="19050"/>
          </a:xfrm>
          <a:prstGeom prst="rect">
            <a:avLst/>
          </a:prstGeom>
          <a:solidFill>
            <a:srgbClr val="F25A3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394" y="2240062"/>
            <a:ext cx="325111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Каталог и карточки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394" y="2669877"/>
            <a:ext cx="325111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Компоновка витрины товаров с детальным оформлением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1182" y="4084538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9585" y="4386759"/>
            <a:ext cx="3505112" cy="19050"/>
          </a:xfrm>
          <a:prstGeom prst="rect">
            <a:avLst/>
          </a:prstGeom>
          <a:solidFill>
            <a:srgbClr val="F25A3C"/>
          </a:solidFill>
          <a:ln/>
        </p:spPr>
      </p:sp>
      <p:sp>
        <p:nvSpPr>
          <p:cNvPr id="19" name="Text 17"/>
          <p:cNvSpPr/>
          <p:nvPr/>
        </p:nvSpPr>
        <p:spPr>
          <a:xfrm>
            <a:off x="711182" y="4491534"/>
            <a:ext cx="33019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Стилизация и адаптив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1182" y="4921349"/>
            <a:ext cx="330191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Внедрение стилей CSS и медиа-запросов для мобильных экранов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21087" y="4084538"/>
            <a:ext cx="8566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419489" y="4386759"/>
            <a:ext cx="7162621" cy="19050"/>
          </a:xfrm>
          <a:prstGeom prst="rect">
            <a:avLst/>
          </a:prstGeom>
          <a:solidFill>
            <a:srgbClr val="F25A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21087" y="4491534"/>
            <a:ext cx="695942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Тестирование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21087" y="4921349"/>
            <a:ext cx="69594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Проверка функционала и визуального отображения в различных браузерах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485764" cy="326132"/>
          </a:xfrm>
          <a:prstGeom prst="roundRect">
            <a:avLst>
              <a:gd name="adj" fmla="val 49999"/>
            </a:avLst>
          </a:prstGeom>
          <a:solidFill>
            <a:srgbClr val="39B54A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60400"/>
            <a:ext cx="17905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СТРУКТУРА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021457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0" spc="-42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Архитектура и структура страниц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780" y="1717377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Header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80" y="2147193"/>
            <a:ext cx="309872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Шапка с фирменным логотипом и быстрым меню навигации.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22684" y="1717377"/>
            <a:ext cx="294632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Главный баннер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22684" y="2147193"/>
            <a:ext cx="29463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Приветственный экран с ключевым предложением и акциями.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80193" y="1717377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Каталог товаров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80193" y="2147193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Карточки с фото, описанием и кнопкой действия.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780" y="3714254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Блок «О нас»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780" y="4144070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Преимущества магазина и информация о бренде.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2684" y="3714254"/>
            <a:ext cx="294632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Footer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2684" y="4144070"/>
            <a:ext cx="29463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Подвал со ссылками, контактами и правовой информацией.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76998" y="3536454"/>
            <a:ext cx="3505112" cy="1692077"/>
          </a:xfrm>
          <a:prstGeom prst="roundRect">
            <a:avLst>
              <a:gd name="adj" fmla="val 9006"/>
            </a:avLst>
          </a:prstGeom>
          <a:solidFill>
            <a:srgbClr val="FFC5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80193" y="3714254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Файловая структура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80193" y="4144070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Связка файлов </a:t>
            </a:r>
            <a:r>
              <a:rPr lang="en-US" sz="1700" dirty="0">
                <a:solidFill>
                  <a:srgbClr val="000000"/>
                </a:solidFill>
                <a:highlight>
                  <a:srgbClr val="F4F6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700" dirty="0">
                <a:solidFill>
                  <a:srgbClr val="000000"/>
                </a:solidFill>
                <a:highlight>
                  <a:srgbClr val="F4F6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 </a:t>
            </a:r>
            <a:r>
              <a:rPr lang="en-US" sz="1700" dirty="0">
                <a:solidFill>
                  <a:srgbClr val="000000"/>
                </a:solidFill>
                <a:highlight>
                  <a:srgbClr val="F4F6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r>
              <a:rPr lang="en-US" sz="1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929063" cy="326132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60400"/>
            <a:ext cx="323385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ТЕХНОЛОГИЧЕСКИЙ СТЕК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062732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0" spc="-42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Использованные технологии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780" y="1923752"/>
            <a:ext cx="1354500" cy="326132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1974552"/>
            <a:ext cx="16592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РАЗМЕТКА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2780" y="2335609"/>
            <a:ext cx="492747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HTML5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780" y="2826445"/>
            <a:ext cx="492747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Семантическая разметка и логическая структура страниц.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51439" y="1923752"/>
            <a:ext cx="1616928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5" y="1974552"/>
            <a:ext cx="192172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СТИЛИЗАЦИЯ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51439" y="2335609"/>
            <a:ext cx="492747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CSS3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51439" y="2826445"/>
            <a:ext cx="492747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Визуальное оформление, Flexbox/Grid-раскладка и адаптивная вёрстка.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780" y="4365427"/>
            <a:ext cx="1223337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5176" y="4416227"/>
            <a:ext cx="152812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СКРИПТЫ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2780" y="4777284"/>
            <a:ext cx="492747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2780" y="5268119"/>
            <a:ext cx="492747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Оживление интерфейса, логика корзины и интерактивность элементов.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51439" y="4365427"/>
            <a:ext cx="1223337" cy="326132"/>
          </a:xfrm>
          <a:prstGeom prst="roundRect">
            <a:avLst>
              <a:gd name="adj" fmla="val 49999"/>
            </a:avLst>
          </a:prstGeom>
          <a:solidFill>
            <a:srgbClr val="39B5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03835" y="4416227"/>
            <a:ext cx="152812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ГРАФИКА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51439" y="4777284"/>
            <a:ext cx="492747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Медиаресурсы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51439" y="5268119"/>
            <a:ext cx="492747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Оптимизированные изображения и векторные иконки.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272945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60400"/>
            <a:ext cx="25777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СТАТУС И ВЫВОДЫ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021457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0" spc="-42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Итоги разработки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1628477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Сайт </a:t>
            </a:r>
            <a:r>
              <a:rPr lang="en-US" sz="1700" b="1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loamanho-store</a:t>
            </a: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пока не доведён до готового состояния.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12437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УДАЛОСЬ РЕАЛИЗОВАТЬ: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585" y="2516088"/>
            <a:ext cx="406390" cy="406400"/>
          </a:xfrm>
          <a:prstGeom prst="ellipse">
            <a:avLst/>
          </a:prstGeom>
          <a:solidFill>
            <a:srgbClr val="F25A3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2541488"/>
            <a:ext cx="355591" cy="355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585" y="3049488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Основную структуру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17892" y="2516088"/>
            <a:ext cx="406390" cy="406400"/>
          </a:xfrm>
          <a:prstGeom prst="ellipse">
            <a:avLst/>
          </a:prstGeom>
          <a:solidFill>
            <a:srgbClr val="F25A3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291" y="2541488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17892" y="3049488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Вёрстку и стили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026199" y="2516088"/>
            <a:ext cx="406390" cy="406400"/>
          </a:xfrm>
          <a:prstGeom prst="ellipse">
            <a:avLst/>
          </a:prstGeom>
          <a:solidFill>
            <a:srgbClr val="F25A3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599" y="2541488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26199" y="3049488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Часть интерактива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09585" y="3517404"/>
            <a:ext cx="5410065" cy="2760067"/>
          </a:xfrm>
          <a:prstGeom prst="roundRect">
            <a:avLst>
              <a:gd name="adj" fmla="val 5521"/>
            </a:avLst>
          </a:prstGeom>
          <a:solidFill>
            <a:srgbClr val="F4F6F8"/>
          </a:solidFill>
          <a:ln/>
        </p:spPr>
      </p:sp>
      <p:sp>
        <p:nvSpPr>
          <p:cNvPr id="17" name="Text 12"/>
          <p:cNvSpPr/>
          <p:nvPr/>
        </p:nvSpPr>
        <p:spPr>
          <a:xfrm>
            <a:off x="838179" y="3746004"/>
            <a:ext cx="495287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Вывод:</a:t>
            </a: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проект находится на стадии разработки, но полученные навыки позволяют завершить работу.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019650" y="3493237"/>
            <a:ext cx="5410065" cy="2760067"/>
          </a:xfrm>
          <a:prstGeom prst="roundRect">
            <a:avLst>
              <a:gd name="adj" fmla="val 5521"/>
            </a:avLst>
          </a:prstGeom>
          <a:solidFill>
            <a:srgbClr val="F4F6F8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640" y="3746004"/>
            <a:ext cx="51814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ПРОЕКТНАЯ КОМАНДА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640" y="4071045"/>
            <a:ext cx="51814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Автор работы: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640" y="4479032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Цечоев Ислам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400640" y="4908848"/>
            <a:ext cx="51814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Руководитель: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640" y="5316835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Цуроев Илез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00640" y="5746651"/>
            <a:ext cx="518147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Год: 2026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567</Words>
  <Application>Microsoft Office PowerPoint</Application>
  <PresentationFormat>Широкоэкранный</PresentationFormat>
  <Paragraphs>103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Calibri</vt:lpstr>
      <vt:lpstr>Noto Sans SemiBold</vt:lpstr>
      <vt:lpstr>Martian Mono Medium</vt:lpstr>
      <vt:lpstr>Noto Sans Bold</vt:lpstr>
      <vt:lpstr>Noto Sans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Мииии Ииииии</cp:lastModifiedBy>
  <cp:revision>3</cp:revision>
  <dcterms:created xsi:type="dcterms:W3CDTF">2026-09-30T10:53:25Z</dcterms:created>
  <dcterms:modified xsi:type="dcterms:W3CDTF">2026-09-30T11:01:15Z</dcterms:modified>
</cp:coreProperties>
</file>